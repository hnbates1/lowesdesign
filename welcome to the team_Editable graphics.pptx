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0287000" cy="10287000"/>
  <p:notesSz cx="10287000" cy="10287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A3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54" d="100"/>
          <a:sy n="54" d="100"/>
        </p:scale>
        <p:origin x="3672" y="1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ustomXml" Target="../customXml/item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10" Type="http://schemas.openxmlformats.org/officeDocument/2006/relationships/customXml" Target="../customXml/item3.xml"/><Relationship Id="rId4" Type="http://schemas.openxmlformats.org/officeDocument/2006/relationships/presProps" Target="presProps.xml"/><Relationship Id="rId9" Type="http://schemas.openxmlformats.org/officeDocument/2006/relationships/customXml" Target="../customXml/item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204038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welcome to the team graphics__new-04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0287000" cy="10287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3AD33B2-C18B-D912-F2E1-0FD60168269B}"/>
              </a:ext>
            </a:extLst>
          </p:cNvPr>
          <p:cNvSpPr txBox="1"/>
          <p:nvPr/>
        </p:nvSpPr>
        <p:spPr>
          <a:xfrm>
            <a:off x="565771" y="4847257"/>
            <a:ext cx="3216728" cy="11315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00A3E0"/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FIRST &amp; LAST NAME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00A3E0"/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Position / Title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A2FF9FA8EFCEE48AB3AC68A2D083B52" ma:contentTypeVersion="14" ma:contentTypeDescription="Create a new document." ma:contentTypeScope="" ma:versionID="119e9049e82fab45f137ab4d378e56af">
  <xsd:schema xmlns:xsd="http://www.w3.org/2001/XMLSchema" xmlns:xs="http://www.w3.org/2001/XMLSchema" xmlns:p="http://schemas.microsoft.com/office/2006/metadata/properties" xmlns:ns2="dc86f19f-bff2-41b3-a30e-cd84fd310fdc" xmlns:ns3="6e409413-2af6-4d36-bb1a-bf93825475e7" targetNamespace="http://schemas.microsoft.com/office/2006/metadata/properties" ma:root="true" ma:fieldsID="8999f2fe804922995209347554487a97" ns2:_="" ns3:_="">
    <xsd:import namespace="dc86f19f-bff2-41b3-a30e-cd84fd310fdc"/>
    <xsd:import namespace="6e409413-2af6-4d36-bb1a-bf93825475e7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c86f19f-bff2-41b3-a30e-cd84fd310fdc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Image Tags" ma:readOnly="false" ma:fieldId="{5cf76f15-5ced-4ddc-b409-7134ff3c332f}" ma:taxonomyMulti="true" ma:sspId="1be0f976-9d1e-4ddd-9f80-31aec14c3da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e409413-2af6-4d36-bb1a-bf93825475e7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67e592a7-953b-48eb-80be-d798e805482a}" ma:internalName="TaxCatchAll" ma:showField="CatchAllData" ma:web="6e409413-2af6-4d36-bb1a-bf93825475e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6e409413-2af6-4d36-bb1a-bf93825475e7" xsi:nil="true"/>
    <lcf76f155ced4ddcb4097134ff3c332f xmlns="dc86f19f-bff2-41b3-a30e-cd84fd310fdc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4023F6C6-8AA7-40AE-A61F-5781E8EFA254}"/>
</file>

<file path=customXml/itemProps2.xml><?xml version="1.0" encoding="utf-8"?>
<ds:datastoreItem xmlns:ds="http://schemas.openxmlformats.org/officeDocument/2006/customXml" ds:itemID="{D80B3F05-4830-4846-8CE2-7CBE14B80AF0}"/>
</file>

<file path=customXml/itemProps3.xml><?xml version="1.0" encoding="utf-8"?>
<ds:datastoreItem xmlns:ds="http://schemas.openxmlformats.org/officeDocument/2006/customXml" ds:itemID="{F9F2CB6F-5CEA-4493-BA3C-88749F48EF50}"/>
</file>

<file path=docMetadata/LabelInfo.xml><?xml version="1.0" encoding="utf-8"?>
<clbl:labelList xmlns:clbl="http://schemas.microsoft.com/office/2020/mipLabelMetadata">
  <clbl:label id="{aa92b963-a5f9-43cb-8a19-91f158325a2f}" enabled="1" method="Standard" siteId="{bcfa3e87-841e-48c7-983b-584159dd1a69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</Words>
  <Application>Microsoft Macintosh PowerPoint</Application>
  <PresentationFormat>Custom</PresentationFormat>
  <Paragraphs>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Gadugi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Lawrence, Christie</cp:lastModifiedBy>
  <cp:revision>2</cp:revision>
  <dcterms:created xsi:type="dcterms:W3CDTF">2025-11-10T22:10:25Z</dcterms:created>
  <dcterms:modified xsi:type="dcterms:W3CDTF">2025-11-10T22:11:55Z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0x0101007A2FF9FA8EFCEE48AB3AC68A2D083B52</vt:lpwstr>
  </property>
</Properties>
</file>