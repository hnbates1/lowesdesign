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169"/>
    <a:srgbClr val="00A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54" d="100"/>
          <a:sy n="54" d="100"/>
        </p:scale>
        <p:origin x="246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03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 me_editable ready-0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67545E-0DE4-BC7F-D039-9F8EEF4005D1}"/>
              </a:ext>
            </a:extLst>
          </p:cNvPr>
          <p:cNvSpPr txBox="1"/>
          <p:nvPr/>
        </p:nvSpPr>
        <p:spPr>
          <a:xfrm>
            <a:off x="6074228" y="8621485"/>
            <a:ext cx="321672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A3E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  <p:pic>
        <p:nvPicPr>
          <p:cNvPr id="5" name="Picture 4" descr="A person standing in front of a store&#10;&#10;AI-generated content may be incorrect.">
            <a:extLst>
              <a:ext uri="{FF2B5EF4-FFF2-40B4-BE49-F238E27FC236}">
                <a16:creationId xmlns:a16="http://schemas.microsoft.com/office/drawing/2014/main" id="{B627D816-188B-01C4-3091-D3E321A43F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29" t="14839" r="22594"/>
          <a:stretch>
            <a:fillRect/>
          </a:stretch>
        </p:blipFill>
        <p:spPr>
          <a:xfrm>
            <a:off x="996044" y="4788725"/>
            <a:ext cx="4187536" cy="496428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7AF2D1-B8E8-593B-804F-55BAEB9FDD69}"/>
              </a:ext>
            </a:extLst>
          </p:cNvPr>
          <p:cNvSpPr/>
          <p:nvPr/>
        </p:nvSpPr>
        <p:spPr>
          <a:xfrm>
            <a:off x="1653639" y="5127171"/>
            <a:ext cx="2722418" cy="12676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AA965-CF46-83A0-02DD-DA5E455BDA26}"/>
              </a:ext>
            </a:extLst>
          </p:cNvPr>
          <p:cNvSpPr txBox="1"/>
          <p:nvPr/>
        </p:nvSpPr>
        <p:spPr>
          <a:xfrm>
            <a:off x="1832140" y="5499406"/>
            <a:ext cx="236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 YOUR PHOTO HERE</a:t>
            </a:r>
          </a:p>
          <a:p>
            <a:r>
              <a:rPr lang="en-US" sz="1400" b="1" dirty="0"/>
              <a:t>THEN DELETE THIS TEXT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 me_editable ready-0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A667D3-E284-AC6A-FB9D-94C1579C41EA}"/>
              </a:ext>
            </a:extLst>
          </p:cNvPr>
          <p:cNvSpPr txBox="1"/>
          <p:nvPr/>
        </p:nvSpPr>
        <p:spPr>
          <a:xfrm>
            <a:off x="6221187" y="8637814"/>
            <a:ext cx="321672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0D9BA-AA97-935B-CF59-855EC10D47C7}"/>
              </a:ext>
            </a:extLst>
          </p:cNvPr>
          <p:cNvSpPr txBox="1"/>
          <p:nvPr/>
        </p:nvSpPr>
        <p:spPr>
          <a:xfrm>
            <a:off x="571500" y="3549917"/>
            <a:ext cx="3216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Event name </a:t>
            </a:r>
          </a:p>
          <a:p>
            <a:r>
              <a:rPr lang="en-US" sz="24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Time  |  Location</a:t>
            </a:r>
          </a:p>
        </p:txBody>
      </p:sp>
      <p:pic>
        <p:nvPicPr>
          <p:cNvPr id="6" name="Picture 5" descr="A person standing in front of a store&#10;&#10;AI-generated content may be incorrect.">
            <a:extLst>
              <a:ext uri="{FF2B5EF4-FFF2-40B4-BE49-F238E27FC236}">
                <a16:creationId xmlns:a16="http://schemas.microsoft.com/office/drawing/2014/main" id="{5E5A8E42-C577-17A2-9200-D92F70242D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29" t="14839" r="22594"/>
          <a:stretch>
            <a:fillRect/>
          </a:stretch>
        </p:blipFill>
        <p:spPr>
          <a:xfrm>
            <a:off x="571500" y="4805054"/>
            <a:ext cx="4187536" cy="496428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8EEEAA-F526-3572-B43F-F3F5F1412941}"/>
              </a:ext>
            </a:extLst>
          </p:cNvPr>
          <p:cNvSpPr/>
          <p:nvPr/>
        </p:nvSpPr>
        <p:spPr>
          <a:xfrm>
            <a:off x="1229095" y="5143500"/>
            <a:ext cx="2722418" cy="12676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7B1E6-0CD3-50C7-AB60-3EE912302F15}"/>
              </a:ext>
            </a:extLst>
          </p:cNvPr>
          <p:cNvSpPr txBox="1"/>
          <p:nvPr/>
        </p:nvSpPr>
        <p:spPr>
          <a:xfrm>
            <a:off x="1407596" y="5515735"/>
            <a:ext cx="236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 YOUR PHOTO HERE</a:t>
            </a:r>
          </a:p>
          <a:p>
            <a:r>
              <a:rPr lang="en-US" sz="1400" b="1" dirty="0"/>
              <a:t>THEN DELETE THIS TEXT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 me_editable ready-0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EF71C2-6599-7D81-F418-7B208ADBF183}"/>
              </a:ext>
            </a:extLst>
          </p:cNvPr>
          <p:cNvSpPr txBox="1"/>
          <p:nvPr/>
        </p:nvSpPr>
        <p:spPr>
          <a:xfrm>
            <a:off x="979714" y="7886700"/>
            <a:ext cx="4767943" cy="147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 me_editable ready-0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A3E6EF-868A-EA6B-188A-2D4152DFF3FD}"/>
              </a:ext>
            </a:extLst>
          </p:cNvPr>
          <p:cNvSpPr txBox="1"/>
          <p:nvPr/>
        </p:nvSpPr>
        <p:spPr>
          <a:xfrm>
            <a:off x="5535385" y="8654143"/>
            <a:ext cx="321672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A3E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  <p:pic>
        <p:nvPicPr>
          <p:cNvPr id="6" name="Picture 5" descr="A person standing in front of a store&#10;&#10;AI-generated content may be incorrect.">
            <a:extLst>
              <a:ext uri="{FF2B5EF4-FFF2-40B4-BE49-F238E27FC236}">
                <a16:creationId xmlns:a16="http://schemas.microsoft.com/office/drawing/2014/main" id="{095484CF-A49C-6598-39C9-484619089F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29" t="14839" r="22594"/>
          <a:stretch>
            <a:fillRect/>
          </a:stretch>
        </p:blipFill>
        <p:spPr>
          <a:xfrm>
            <a:off x="955964" y="4821382"/>
            <a:ext cx="4187536" cy="496428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B78991-45FD-4E89-E4F1-9499DA91E6AB}"/>
              </a:ext>
            </a:extLst>
          </p:cNvPr>
          <p:cNvSpPr/>
          <p:nvPr/>
        </p:nvSpPr>
        <p:spPr>
          <a:xfrm>
            <a:off x="1623950" y="5216236"/>
            <a:ext cx="2722418" cy="12676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8B858-E006-F3AB-D7D3-95B7C241E82F}"/>
              </a:ext>
            </a:extLst>
          </p:cNvPr>
          <p:cNvSpPr txBox="1"/>
          <p:nvPr/>
        </p:nvSpPr>
        <p:spPr>
          <a:xfrm>
            <a:off x="1802451" y="5588471"/>
            <a:ext cx="236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 YOUR PHOTO HERE</a:t>
            </a:r>
          </a:p>
          <a:p>
            <a:r>
              <a:rPr lang="en-US" sz="1400" b="1" dirty="0"/>
              <a:t>THEN DELETE THIS TEXT 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 me_editable ready-0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1EE245-56E3-0080-3414-8E0B489C928D}"/>
              </a:ext>
            </a:extLst>
          </p:cNvPr>
          <p:cNvSpPr txBox="1"/>
          <p:nvPr/>
        </p:nvSpPr>
        <p:spPr>
          <a:xfrm>
            <a:off x="5845629" y="6201685"/>
            <a:ext cx="321672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2596D-8F03-B520-49C5-64D7576C0506}"/>
              </a:ext>
            </a:extLst>
          </p:cNvPr>
          <p:cNvSpPr txBox="1"/>
          <p:nvPr/>
        </p:nvSpPr>
        <p:spPr>
          <a:xfrm>
            <a:off x="702129" y="3478000"/>
            <a:ext cx="3216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Event name </a:t>
            </a:r>
          </a:p>
          <a:p>
            <a:r>
              <a:rPr lang="en-US" sz="24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Time  |  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F93A4-6271-3A07-3ABA-982AB423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37" t="-317" r="13288" b="317"/>
          <a:stretch>
            <a:fillRect/>
          </a:stretch>
        </p:blipFill>
        <p:spPr>
          <a:xfrm>
            <a:off x="702129" y="4543056"/>
            <a:ext cx="4441371" cy="4448787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97CFC-FB27-2C34-8E1B-58D87ACD72F4}"/>
              </a:ext>
            </a:extLst>
          </p:cNvPr>
          <p:cNvSpPr/>
          <p:nvPr/>
        </p:nvSpPr>
        <p:spPr>
          <a:xfrm>
            <a:off x="1561605" y="4933994"/>
            <a:ext cx="2722418" cy="12676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D20BC3-6ADE-61A0-77BF-E5B177684EB0}"/>
              </a:ext>
            </a:extLst>
          </p:cNvPr>
          <p:cNvSpPr txBox="1"/>
          <p:nvPr/>
        </p:nvSpPr>
        <p:spPr>
          <a:xfrm>
            <a:off x="1740106" y="5306229"/>
            <a:ext cx="236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 YOUR PHOTO HERE</a:t>
            </a:r>
          </a:p>
          <a:p>
            <a:r>
              <a:rPr lang="en-US" sz="1400" b="1" dirty="0"/>
              <a:t>THEN DELETE THIS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119e9049e82fab45f137ab4d378e56af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8999f2fe804922995209347554487a97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F89C81-0415-4609-B832-9DA5C2B04A80}"/>
</file>

<file path=customXml/itemProps2.xml><?xml version="1.0" encoding="utf-8"?>
<ds:datastoreItem xmlns:ds="http://schemas.openxmlformats.org/officeDocument/2006/customXml" ds:itemID="{7D324C83-32D4-4D11-BC18-38F5DD74AF39}"/>
</file>

<file path=customXml/itemProps3.xml><?xml version="1.0" encoding="utf-8"?>
<ds:datastoreItem xmlns:ds="http://schemas.openxmlformats.org/officeDocument/2006/customXml" ds:itemID="{BD9C8554-4CAF-41FC-BC3A-ABA6FB766BE8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</Words>
  <Application>Microsoft Macintosh PowerPoint</Application>
  <PresentationFormat>Custom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Gadugi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2</cp:revision>
  <dcterms:created xsi:type="dcterms:W3CDTF">2025-11-10T21:44:16Z</dcterms:created>
  <dcterms:modified xsi:type="dcterms:W3CDTF">2025-11-10T22:05:07Z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