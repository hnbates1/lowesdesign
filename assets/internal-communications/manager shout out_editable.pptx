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94159E-FFFF-6059-2A8F-6A8FF41AD2D1}" v="10" dt="2026-01-29T14:20:24.0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2" d="100"/>
          <a:sy n="52" d="100"/>
        </p:scale>
        <p:origin x="3720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n, Nomaan" userId="S::5177613@lowes.com::fcdff581-307c-4483-b54f-91f04f419e6c" providerId="AD" clId="Web-{E994159E-FFFF-6059-2A8F-6A8FF41AD2D1}"/>
    <pc:docChg chg="modSld">
      <pc:chgData name="Khan, Nomaan" userId="S::5177613@lowes.com::fcdff581-307c-4483-b54f-91f04f419e6c" providerId="AD" clId="Web-{E994159E-FFFF-6059-2A8F-6A8FF41AD2D1}" dt="2026-01-29T14:20:22.083" v="3" actId="20577"/>
      <pc:docMkLst>
        <pc:docMk/>
      </pc:docMkLst>
      <pc:sldChg chg="modSp">
        <pc:chgData name="Khan, Nomaan" userId="S::5177613@lowes.com::fcdff581-307c-4483-b54f-91f04f419e6c" providerId="AD" clId="Web-{E994159E-FFFF-6059-2A8F-6A8FF41AD2D1}" dt="2026-01-29T14:20:22.083" v="3" actId="20577"/>
        <pc:sldMkLst>
          <pc:docMk/>
          <pc:sldMk cId="0" sldId="256"/>
        </pc:sldMkLst>
        <pc:spChg chg="mod">
          <ac:chgData name="Khan, Nomaan" userId="S::5177613@lowes.com::fcdff581-307c-4483-b54f-91f04f419e6c" providerId="AD" clId="Web-{E994159E-FFFF-6059-2A8F-6A8FF41AD2D1}" dt="2026-01-29T14:20:22.083" v="3" actId="20577"/>
          <ac:spMkLst>
            <pc:docMk/>
            <pc:sldMk cId="0" sldId="256"/>
            <ac:spMk id="3" creationId="{C3ACB290-0EB0-7E60-719E-33470A4879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345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_Manager anniversary shout outs-02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ACB290-0EB0-7E60-719E-33470A4879DC}"/>
              </a:ext>
            </a:extLst>
          </p:cNvPr>
          <p:cNvSpPr txBox="1"/>
          <p:nvPr/>
        </p:nvSpPr>
        <p:spPr>
          <a:xfrm>
            <a:off x="2025680" y="2281984"/>
            <a:ext cx="6235639" cy="8200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bg1"/>
                </a:solidFill>
                <a:latin typeface="Gadugi"/>
                <a:ea typeface="Gadugi"/>
              </a:rPr>
              <a:t>Congrats, </a:t>
            </a:r>
            <a:endParaRPr lang="en-US" sz="3600" dirty="0">
              <a:solidFill>
                <a:schemeClr val="bg1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e409413-2af6-4d36-bb1a-bf93825475e7" xsi:nil="true"/>
    <lcf76f155ced4ddcb4097134ff3c332f xmlns="dc86f19f-bff2-41b3-a30e-cd84fd310fd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2FF9FA8EFCEE48AB3AC68A2D083B52" ma:contentTypeVersion="14" ma:contentTypeDescription="Create a new document." ma:contentTypeScope="" ma:versionID="43e23a8d69bf213bade2c079cd696dea">
  <xsd:schema xmlns:xsd="http://www.w3.org/2001/XMLSchema" xmlns:xs="http://www.w3.org/2001/XMLSchema" xmlns:p="http://schemas.microsoft.com/office/2006/metadata/properties" xmlns:ns2="dc86f19f-bff2-41b3-a30e-cd84fd310fdc" xmlns:ns3="6e409413-2af6-4d36-bb1a-bf93825475e7" targetNamespace="http://schemas.microsoft.com/office/2006/metadata/properties" ma:root="true" ma:fieldsID="a572e6bfb4b6248701a0df2a297d95af" ns2:_="" ns3:_="">
    <xsd:import namespace="dc86f19f-bff2-41b3-a30e-cd84fd310fdc"/>
    <xsd:import namespace="6e409413-2af6-4d36-bb1a-bf93825475e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6f19f-bff2-41b3-a30e-cd84fd310fd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1be0f976-9d1e-4ddd-9f80-31aec14c3d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409413-2af6-4d36-bb1a-bf93825475e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7e592a7-953b-48eb-80be-d798e805482a}" ma:internalName="TaxCatchAll" ma:showField="CatchAllData" ma:web="6e409413-2af6-4d36-bb1a-bf93825475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A3F677-FD74-4E2C-969B-04072B460CDC}">
  <ds:schemaRefs>
    <ds:schemaRef ds:uri="http://schemas.microsoft.com/office/2006/metadata/properties"/>
    <ds:schemaRef ds:uri="http://schemas.microsoft.com/office/infopath/2007/PartnerControls"/>
    <ds:schemaRef ds:uri="6e409413-2af6-4d36-bb1a-bf93825475e7"/>
    <ds:schemaRef ds:uri="dc86f19f-bff2-41b3-a30e-cd84fd310fdc"/>
  </ds:schemaRefs>
</ds:datastoreItem>
</file>

<file path=customXml/itemProps2.xml><?xml version="1.0" encoding="utf-8"?>
<ds:datastoreItem xmlns:ds="http://schemas.openxmlformats.org/officeDocument/2006/customXml" ds:itemID="{55120523-8FFC-4DD2-8E0D-992321F732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E5D67A-A304-402C-9730-C51C0F40A03D}"/>
</file>

<file path=docMetadata/LabelInfo.xml><?xml version="1.0" encoding="utf-8"?>
<clbl:labelList xmlns:clbl="http://schemas.microsoft.com/office/2020/mipLabelMetadata">
  <clbl:label id="{aa92b963-a5f9-43cb-8a19-91f158325a2f}" enabled="1" method="Standard" siteId="{bcfa3e87-841e-48c7-983b-584159dd1a6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Custom</PresentationFormat>
  <Paragraphs>2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Lawrence, Christie</cp:lastModifiedBy>
  <cp:revision>4</cp:revision>
  <dcterms:created xsi:type="dcterms:W3CDTF">2025-11-10T22:17:21Z</dcterms:created>
  <dcterms:modified xsi:type="dcterms:W3CDTF">2026-01-29T14:20:24Z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0x0101007A2FF9FA8EFCEE48AB3AC68A2D083B52</vt:lpwstr>
  </property>
  <property fmtid="{D5CDD505-2E9C-101B-9397-08002B2CF9AE}" pid="3" name="MediaServiceImageTags">
    <vt:lpwstr/>
  </property>
</Properties>
</file>