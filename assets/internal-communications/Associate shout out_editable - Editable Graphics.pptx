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theme/theme2.xml" ContentType="application/vnd.openxmlformats-officedocument.theme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0287000" cy="10287000"/>
  <p:notesSz cx="10287000" cy="10287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BCB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52" d="100"/>
          <a:sy n="52" d="100"/>
        </p:scale>
        <p:origin x="3720" y="12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12" Type="http://schemas.openxmlformats.org/officeDocument/2006/relationships/customXml" Target="../customXml/item3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openxmlformats.org/officeDocument/2006/relationships/customXml" Target="../customXml/item2.xml"/><Relationship Id="rId5" Type="http://schemas.openxmlformats.org/officeDocument/2006/relationships/notesMaster" Target="notesMasters/notesMaster1.xml"/><Relationship Id="rId10" Type="http://schemas.openxmlformats.org/officeDocument/2006/relationships/customXml" Target="../customXml/item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503456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FA01CD-0D32-97D7-36B8-0F520F3095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6C4B2B-3C4C-C7BD-33A3-55CDB94042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966CDDE-9A62-A2DF-0480-4F32F4DB0B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12F139-42F8-CCD3-D686-65E109B3705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01488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12E9DD-1C80-00CD-30D5-598D8FD01C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5153F2F-4A1E-859B-E121-3ECD666D52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859A60-81D8-92B9-9795-4E302B1B17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2AA154-CD91-90EE-1A4E-3D56A9AA386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36636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3ACB290-0EB0-7E60-719E-33470A4879DC}"/>
              </a:ext>
            </a:extLst>
          </p:cNvPr>
          <p:cNvSpPr txBox="1"/>
          <p:nvPr/>
        </p:nvSpPr>
        <p:spPr>
          <a:xfrm>
            <a:off x="2025680" y="2281984"/>
            <a:ext cx="6235639" cy="8200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600" b="1" dirty="0">
                <a:solidFill>
                  <a:schemeClr val="bg1"/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Congrats, [add name here]</a:t>
            </a:r>
            <a:endParaRPr lang="en-US" sz="3600" dirty="0">
              <a:solidFill>
                <a:schemeClr val="bg1"/>
              </a:solidFill>
              <a:latin typeface="Gadugi" panose="020B0502040204020203" pitchFamily="34" charset="0"/>
              <a:ea typeface="Gadugi" panose="020B0502040204020203" pitchFamily="34" charset="0"/>
            </a:endParaRPr>
          </a:p>
        </p:txBody>
      </p:sp>
      <p:pic>
        <p:nvPicPr>
          <p:cNvPr id="5" name="Picture 4" descr="A blue and white sign with white text&#10;&#10;AI-generated content may be incorrect.">
            <a:extLst>
              <a:ext uri="{FF2B5EF4-FFF2-40B4-BE49-F238E27FC236}">
                <a16:creationId xmlns:a16="http://schemas.microsoft.com/office/drawing/2014/main" id="{FA468195-9983-EF2D-424B-A5082E1495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287000" cy="10287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7E63A81-8C04-8A50-F35F-CCEAE3E57D49}"/>
              </a:ext>
            </a:extLst>
          </p:cNvPr>
          <p:cNvSpPr txBox="1"/>
          <p:nvPr/>
        </p:nvSpPr>
        <p:spPr>
          <a:xfrm>
            <a:off x="1003985" y="5593066"/>
            <a:ext cx="827902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b="1" dirty="0">
                <a:solidFill>
                  <a:schemeClr val="bg1"/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Add name here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5BCAE61-A85C-6869-8D77-57966D0B5B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FDED7F5-5BDD-16C6-7234-287810D76293}"/>
              </a:ext>
            </a:extLst>
          </p:cNvPr>
          <p:cNvSpPr txBox="1"/>
          <p:nvPr/>
        </p:nvSpPr>
        <p:spPr>
          <a:xfrm>
            <a:off x="2025680" y="2281984"/>
            <a:ext cx="6235639" cy="8200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600" b="1" dirty="0">
                <a:solidFill>
                  <a:schemeClr val="bg1"/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Congrats, [add name here]</a:t>
            </a:r>
            <a:endParaRPr lang="en-US" sz="3600" dirty="0">
              <a:solidFill>
                <a:schemeClr val="bg1"/>
              </a:solidFill>
              <a:latin typeface="Gadugi" panose="020B0502040204020203" pitchFamily="34" charset="0"/>
              <a:ea typeface="Gadugi" panose="020B0502040204020203" pitchFamily="34" charset="0"/>
            </a:endParaRPr>
          </a:p>
        </p:txBody>
      </p:sp>
      <p:pic>
        <p:nvPicPr>
          <p:cNvPr id="4" name="Picture 3" descr="A blue and white sign&#10;&#10;AI-generated content may be incorrect.">
            <a:extLst>
              <a:ext uri="{FF2B5EF4-FFF2-40B4-BE49-F238E27FC236}">
                <a16:creationId xmlns:a16="http://schemas.microsoft.com/office/drawing/2014/main" id="{21ACFEC8-23DE-301C-099D-B15A427EDB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287000" cy="10287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9AB8189-0AFD-8929-33C4-A5F3CB8E7FE5}"/>
              </a:ext>
            </a:extLst>
          </p:cNvPr>
          <p:cNvSpPr txBox="1"/>
          <p:nvPr/>
        </p:nvSpPr>
        <p:spPr>
          <a:xfrm>
            <a:off x="1003985" y="4159937"/>
            <a:ext cx="8279027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800" b="1" dirty="0">
                <a:solidFill>
                  <a:srgbClr val="9BCBEB"/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Add name here</a:t>
            </a:r>
          </a:p>
        </p:txBody>
      </p:sp>
    </p:spTree>
    <p:extLst>
      <p:ext uri="{BB962C8B-B14F-4D97-AF65-F5344CB8AC3E}">
        <p14:creationId xmlns:p14="http://schemas.microsoft.com/office/powerpoint/2010/main" val="19103540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5E4E6B8-3D42-410D-1C7B-6BBF4E1F95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B5FC688-DAF5-D913-1FCC-83CDAA6A0CDE}"/>
              </a:ext>
            </a:extLst>
          </p:cNvPr>
          <p:cNvSpPr txBox="1"/>
          <p:nvPr/>
        </p:nvSpPr>
        <p:spPr>
          <a:xfrm>
            <a:off x="2025680" y="2281984"/>
            <a:ext cx="6235639" cy="8200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600" b="1" dirty="0">
                <a:solidFill>
                  <a:schemeClr val="bg1"/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Congrats, [add name here]</a:t>
            </a:r>
            <a:endParaRPr lang="en-US" sz="3600" dirty="0">
              <a:solidFill>
                <a:schemeClr val="bg1"/>
              </a:solidFill>
              <a:latin typeface="Gadugi" panose="020B0502040204020203" pitchFamily="34" charset="0"/>
              <a:ea typeface="Gadugi" panose="020B0502040204020203" pitchFamily="34" charset="0"/>
            </a:endParaRPr>
          </a:p>
        </p:txBody>
      </p:sp>
      <p:pic>
        <p:nvPicPr>
          <p:cNvPr id="5" name="Picture 4" descr="A blue grid with white text&#10;&#10;AI-generated content may be incorrect.">
            <a:extLst>
              <a:ext uri="{FF2B5EF4-FFF2-40B4-BE49-F238E27FC236}">
                <a16:creationId xmlns:a16="http://schemas.microsoft.com/office/drawing/2014/main" id="{FA459A4D-264A-F94B-86DF-188CE3D98C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0287000" cy="10287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0BB660C-E15C-3703-0D04-34B7F35C558B}"/>
              </a:ext>
            </a:extLst>
          </p:cNvPr>
          <p:cNvSpPr txBox="1"/>
          <p:nvPr/>
        </p:nvSpPr>
        <p:spPr>
          <a:xfrm>
            <a:off x="1003985" y="3937514"/>
            <a:ext cx="8279027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800" b="1" dirty="0">
                <a:solidFill>
                  <a:schemeClr val="bg1"/>
                </a:solidFill>
                <a:latin typeface="Gadugi" panose="020B0502040204020203" pitchFamily="34" charset="0"/>
                <a:ea typeface="Gadugi" panose="020B0502040204020203" pitchFamily="34" charset="0"/>
              </a:rPr>
              <a:t>Add name here</a:t>
            </a:r>
          </a:p>
        </p:txBody>
      </p:sp>
    </p:spTree>
    <p:extLst>
      <p:ext uri="{BB962C8B-B14F-4D97-AF65-F5344CB8AC3E}">
        <p14:creationId xmlns:p14="http://schemas.microsoft.com/office/powerpoint/2010/main" val="14222202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A2FF9FA8EFCEE48AB3AC68A2D083B52" ma:contentTypeVersion="14" ma:contentTypeDescription="Create a new document." ma:contentTypeScope="" ma:versionID="9efcffd6bb3f5962c7db24553cf319e8">
  <xsd:schema xmlns:xsd="http://www.w3.org/2001/XMLSchema" xmlns:xs="http://www.w3.org/2001/XMLSchema" xmlns:p="http://schemas.microsoft.com/office/2006/metadata/properties" xmlns:ns2="dc86f19f-bff2-41b3-a30e-cd84fd310fdc" xmlns:ns3="6e409413-2af6-4d36-bb1a-bf93825475e7" targetNamespace="http://schemas.microsoft.com/office/2006/metadata/properties" ma:root="true" ma:fieldsID="3c929f628e6dfb1898978b32aacff1ef" ns2:_="" ns3:_="">
    <xsd:import namespace="dc86f19f-bff2-41b3-a30e-cd84fd310fdc"/>
    <xsd:import namespace="6e409413-2af6-4d36-bb1a-bf93825475e7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c86f19f-bff2-41b3-a30e-cd84fd310fdc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Image Tags" ma:readOnly="false" ma:fieldId="{5cf76f15-5ced-4ddc-b409-7134ff3c332f}" ma:taxonomyMulti="true" ma:sspId="1be0f976-9d1e-4ddd-9f80-31aec14c3da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e409413-2af6-4d36-bb1a-bf93825475e7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67e592a7-953b-48eb-80be-d798e805482a}" ma:internalName="TaxCatchAll" ma:showField="CatchAllData" ma:web="6e409413-2af6-4d36-bb1a-bf93825475e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6e409413-2af6-4d36-bb1a-bf93825475e7" xsi:nil="true"/>
    <lcf76f155ced4ddcb4097134ff3c332f xmlns="dc86f19f-bff2-41b3-a30e-cd84fd310fdc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CF71199D-9D77-4265-812C-0EC334D46177}"/>
</file>

<file path=customXml/itemProps2.xml><?xml version="1.0" encoding="utf-8"?>
<ds:datastoreItem xmlns:ds="http://schemas.openxmlformats.org/officeDocument/2006/customXml" ds:itemID="{AE3D291D-83B9-4FCF-9C01-E30C2839DC0C}"/>
</file>

<file path=customXml/itemProps3.xml><?xml version="1.0" encoding="utf-8"?>
<ds:datastoreItem xmlns:ds="http://schemas.openxmlformats.org/officeDocument/2006/customXml" ds:itemID="{818A1BEE-64EC-4115-8F46-3C7932AD3488}"/>
</file>

<file path=docMetadata/LabelInfo.xml><?xml version="1.0" encoding="utf-8"?>
<clbl:labelList xmlns:clbl="http://schemas.microsoft.com/office/2020/mipLabelMetadata">
  <clbl:label id="{aa92b963-a5f9-43cb-8a19-91f158325a2f}" enabled="1" method="Standard" siteId="{bcfa3e87-841e-48c7-983b-584159dd1a69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33</Words>
  <Application>Microsoft Macintosh PowerPoint</Application>
  <PresentationFormat>Custom</PresentationFormat>
  <Paragraphs>9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Gadugi</vt:lpstr>
      <vt:lpstr>Office Theme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Lawrence, Christie</cp:lastModifiedBy>
  <cp:revision>3</cp:revision>
  <dcterms:created xsi:type="dcterms:W3CDTF">2025-11-10T22:17:21Z</dcterms:created>
  <dcterms:modified xsi:type="dcterms:W3CDTF">2025-11-10T22:25:23Z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0x0101007A2FF9FA8EFCEE48AB3AC68A2D083B52</vt:lpwstr>
  </property>
</Properties>
</file>