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C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2" d="100"/>
          <a:sy n="52" d="100"/>
        </p:scale>
        <p:origin x="3720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345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A01CD-0D32-97D7-36B8-0F520F30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C4B2B-3C4C-C7BD-33A3-55CDB9404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6CDDE-9A62-A2DF-0480-4F32F4DB0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2F139-42F8-CCD3-D686-65E109B37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48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E9DD-1C80-00CD-30D5-598D8FD0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53F2F-4A1E-859B-E121-3ECD666D5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59A60-81D8-92B9-9795-4E302B1B1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AA154-CD91-90EE-1A4E-3D56A9AA3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63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ACB290-0EB0-7E60-719E-33470A4879DC}"/>
              </a:ext>
            </a:extLst>
          </p:cNvPr>
          <p:cNvSpPr txBox="1"/>
          <p:nvPr/>
        </p:nvSpPr>
        <p:spPr>
          <a:xfrm>
            <a:off x="2025680" y="2281984"/>
            <a:ext cx="6235639" cy="82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Congrats, [add name here]</a:t>
            </a:r>
            <a:endParaRPr lang="en-US" sz="3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5" name="Picture 4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FA468195-9983-EF2D-424B-A5082E14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E63A81-8C04-8A50-F35F-CCEAE3E57D49}"/>
              </a:ext>
            </a:extLst>
          </p:cNvPr>
          <p:cNvSpPr txBox="1"/>
          <p:nvPr/>
        </p:nvSpPr>
        <p:spPr>
          <a:xfrm>
            <a:off x="1003985" y="5593066"/>
            <a:ext cx="8279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name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CAE61-A85C-6869-8D77-57966D0B5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DED7F5-5BDD-16C6-7234-287810D76293}"/>
              </a:ext>
            </a:extLst>
          </p:cNvPr>
          <p:cNvSpPr txBox="1"/>
          <p:nvPr/>
        </p:nvSpPr>
        <p:spPr>
          <a:xfrm>
            <a:off x="2025680" y="2281984"/>
            <a:ext cx="6235639" cy="82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Congrats, [add name here]</a:t>
            </a:r>
            <a:endParaRPr lang="en-US" sz="3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4" name="Picture 3" descr="A blue and white sign&#10;&#10;AI-generated content may be incorrect.">
            <a:extLst>
              <a:ext uri="{FF2B5EF4-FFF2-40B4-BE49-F238E27FC236}">
                <a16:creationId xmlns:a16="http://schemas.microsoft.com/office/drawing/2014/main" id="{21ACFEC8-23DE-301C-099D-B15A427ED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B8189-0AFD-8929-33C4-A5F3CB8E7FE5}"/>
              </a:ext>
            </a:extLst>
          </p:cNvPr>
          <p:cNvSpPr txBox="1"/>
          <p:nvPr/>
        </p:nvSpPr>
        <p:spPr>
          <a:xfrm>
            <a:off x="1003985" y="4159937"/>
            <a:ext cx="82790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9BCBEB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name here</a:t>
            </a:r>
          </a:p>
        </p:txBody>
      </p:sp>
    </p:spTree>
    <p:extLst>
      <p:ext uri="{BB962C8B-B14F-4D97-AF65-F5344CB8AC3E}">
        <p14:creationId xmlns:p14="http://schemas.microsoft.com/office/powerpoint/2010/main" val="191035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4E6B8-3D42-410D-1C7B-6BBF4E1F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FC688-DAF5-D913-1FCC-83CDAA6A0CDE}"/>
              </a:ext>
            </a:extLst>
          </p:cNvPr>
          <p:cNvSpPr txBox="1"/>
          <p:nvPr/>
        </p:nvSpPr>
        <p:spPr>
          <a:xfrm>
            <a:off x="2025680" y="2281984"/>
            <a:ext cx="6235639" cy="82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Congrats, [add name here]</a:t>
            </a:r>
            <a:endParaRPr lang="en-US" sz="3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5" name="Picture 4" descr="A blue grid with white text&#10;&#10;AI-generated content may be incorrect.">
            <a:extLst>
              <a:ext uri="{FF2B5EF4-FFF2-40B4-BE49-F238E27FC236}">
                <a16:creationId xmlns:a16="http://schemas.microsoft.com/office/drawing/2014/main" id="{FA459A4D-264A-F94B-86DF-188CE3D98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BB660C-E15C-3703-0D04-34B7F35C558B}"/>
              </a:ext>
            </a:extLst>
          </p:cNvPr>
          <p:cNvSpPr txBox="1"/>
          <p:nvPr/>
        </p:nvSpPr>
        <p:spPr>
          <a:xfrm>
            <a:off x="1003985" y="3937514"/>
            <a:ext cx="82790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name here</a:t>
            </a:r>
          </a:p>
        </p:txBody>
      </p:sp>
    </p:spTree>
    <p:extLst>
      <p:ext uri="{BB962C8B-B14F-4D97-AF65-F5344CB8AC3E}">
        <p14:creationId xmlns:p14="http://schemas.microsoft.com/office/powerpoint/2010/main" val="142222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FF9FA8EFCEE48AB3AC68A2D083B52" ma:contentTypeVersion="14" ma:contentTypeDescription="Create a new document." ma:contentTypeScope="" ma:versionID="119e9049e82fab45f137ab4d378e56af">
  <xsd:schema xmlns:xsd="http://www.w3.org/2001/XMLSchema" xmlns:xs="http://www.w3.org/2001/XMLSchema" xmlns:p="http://schemas.microsoft.com/office/2006/metadata/properties" xmlns:ns2="dc86f19f-bff2-41b3-a30e-cd84fd310fdc" xmlns:ns3="6e409413-2af6-4d36-bb1a-bf93825475e7" targetNamespace="http://schemas.microsoft.com/office/2006/metadata/properties" ma:root="true" ma:fieldsID="8999f2fe804922995209347554487a97" ns2:_="" ns3:_="">
    <xsd:import namespace="dc86f19f-bff2-41b3-a30e-cd84fd310fdc"/>
    <xsd:import namespace="6e409413-2af6-4d36-bb1a-bf93825475e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6f19f-bff2-41b3-a30e-cd84fd310f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be0f976-9d1e-4ddd-9f80-31aec14c3d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09413-2af6-4d36-bb1a-bf93825475e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7e592a7-953b-48eb-80be-d798e805482a}" ma:internalName="TaxCatchAll" ma:showField="CatchAllData" ma:web="6e409413-2af6-4d36-bb1a-bf9382547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409413-2af6-4d36-bb1a-bf93825475e7" xsi:nil="true"/>
    <lcf76f155ced4ddcb4097134ff3c332f xmlns="dc86f19f-bff2-41b3-a30e-cd84fd310f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9ED90D2-7F57-4AE6-96C7-94A704B684DA}"/>
</file>

<file path=customXml/itemProps2.xml><?xml version="1.0" encoding="utf-8"?>
<ds:datastoreItem xmlns:ds="http://schemas.openxmlformats.org/officeDocument/2006/customXml" ds:itemID="{33AE0EC4-79A8-4E18-9B55-C215E70ADC7D}"/>
</file>

<file path=customXml/itemProps3.xml><?xml version="1.0" encoding="utf-8"?>
<ds:datastoreItem xmlns:ds="http://schemas.openxmlformats.org/officeDocument/2006/customXml" ds:itemID="{561004FC-D597-4AAC-85E0-00A9443D8CA7}"/>
</file>

<file path=docMetadata/LabelInfo.xml><?xml version="1.0" encoding="utf-8"?>
<clbl:labelList xmlns:clbl="http://schemas.microsoft.com/office/2020/mipLabelMetadata">
  <clbl:label id="{aa92b963-a5f9-43cb-8a19-91f158325a2f}" enabled="1" method="Standard" siteId="{bcfa3e87-841e-48c7-983b-584159dd1a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Macintosh PowerPoint</Application>
  <PresentationFormat>Custom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Gadugi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Lawrence, Christie</cp:lastModifiedBy>
  <cp:revision>3</cp:revision>
  <dcterms:created xsi:type="dcterms:W3CDTF">2025-11-10T22:17:21Z</dcterms:created>
  <dcterms:modified xsi:type="dcterms:W3CDTF">2025-11-10T22:25:23Z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0x0101007A2FF9FA8EFCEE48AB3AC68A2D083B52</vt:lpwstr>
  </property>
</Properties>
</file>