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5029200" cy="6400800"/>
  <p:notesSz cx="6400800" cy="5029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2169"/>
    <a:srgbClr val="00A3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324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notesMaster" Target="notesMasters/notesMaster1.xml"/><Relationship Id="rId1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4119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_Thank you cards-digital_editable-03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5029200" cy="641294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2AC8EC-31C8-0D39-9D46-FEA737BA6014}"/>
              </a:ext>
            </a:extLst>
          </p:cNvPr>
          <p:cNvSpPr txBox="1"/>
          <p:nvPr/>
        </p:nvSpPr>
        <p:spPr>
          <a:xfrm>
            <a:off x="622169" y="2743200"/>
            <a:ext cx="38084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Add your text here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_Thank you cards-digital_editable-02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5029200" cy="6400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E535F96-70F6-F520-114E-BB9450EF2AD7}"/>
              </a:ext>
            </a:extLst>
          </p:cNvPr>
          <p:cNvSpPr txBox="1"/>
          <p:nvPr/>
        </p:nvSpPr>
        <p:spPr>
          <a:xfrm>
            <a:off x="610385" y="2743200"/>
            <a:ext cx="38084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12169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Add your text here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_Thank you cards-digital_editable-01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5029200" cy="6400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D7475F4-8A8E-23E2-6208-638B371E22EC}"/>
              </a:ext>
            </a:extLst>
          </p:cNvPr>
          <p:cNvSpPr txBox="1"/>
          <p:nvPr/>
        </p:nvSpPr>
        <p:spPr>
          <a:xfrm>
            <a:off x="610385" y="3704735"/>
            <a:ext cx="38084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12169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Add your text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A2FF9FA8EFCEE48AB3AC68A2D083B52" ma:contentTypeVersion="14" ma:contentTypeDescription="Create a new document." ma:contentTypeScope="" ma:versionID="119e9049e82fab45f137ab4d378e56af">
  <xsd:schema xmlns:xsd="http://www.w3.org/2001/XMLSchema" xmlns:xs="http://www.w3.org/2001/XMLSchema" xmlns:p="http://schemas.microsoft.com/office/2006/metadata/properties" xmlns:ns2="dc86f19f-bff2-41b3-a30e-cd84fd310fdc" xmlns:ns3="6e409413-2af6-4d36-bb1a-bf93825475e7" targetNamespace="http://schemas.microsoft.com/office/2006/metadata/properties" ma:root="true" ma:fieldsID="8999f2fe804922995209347554487a97" ns2:_="" ns3:_="">
    <xsd:import namespace="dc86f19f-bff2-41b3-a30e-cd84fd310fdc"/>
    <xsd:import namespace="6e409413-2af6-4d36-bb1a-bf93825475e7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86f19f-bff2-41b3-a30e-cd84fd310fdc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1be0f976-9d1e-4ddd-9f80-31aec14c3d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409413-2af6-4d36-bb1a-bf93825475e7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67e592a7-953b-48eb-80be-d798e805482a}" ma:internalName="TaxCatchAll" ma:showField="CatchAllData" ma:web="6e409413-2af6-4d36-bb1a-bf93825475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e409413-2af6-4d36-bb1a-bf93825475e7" xsi:nil="true"/>
    <lcf76f155ced4ddcb4097134ff3c332f xmlns="dc86f19f-bff2-41b3-a30e-cd84fd310fd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81D1935-F720-4F4D-9D49-F169F6A9BCB1}"/>
</file>

<file path=customXml/itemProps2.xml><?xml version="1.0" encoding="utf-8"?>
<ds:datastoreItem xmlns:ds="http://schemas.openxmlformats.org/officeDocument/2006/customXml" ds:itemID="{5F9B06DF-44C0-42AB-BC19-1FC045E3A055}"/>
</file>

<file path=customXml/itemProps3.xml><?xml version="1.0" encoding="utf-8"?>
<ds:datastoreItem xmlns:ds="http://schemas.openxmlformats.org/officeDocument/2006/customXml" ds:itemID="{D34A3998-1057-4554-BAEC-812A79D6C3D5}"/>
</file>

<file path=docMetadata/LabelInfo.xml><?xml version="1.0" encoding="utf-8"?>
<clbl:labelList xmlns:clbl="http://schemas.microsoft.com/office/2020/mipLabelMetadata">
  <clbl:label id="{aa92b963-a5f9-43cb-8a19-91f158325a2f}" enabled="1" method="Standard" siteId="{bcfa3e87-841e-48c7-983b-584159dd1a6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</Words>
  <Application>Microsoft Macintosh PowerPoint</Application>
  <PresentationFormat>Custom</PresentationFormat>
  <Paragraphs>6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Gadugi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Lawrence, Christie</cp:lastModifiedBy>
  <cp:revision>2</cp:revision>
  <dcterms:created xsi:type="dcterms:W3CDTF">2025-11-10T22:36:34Z</dcterms:created>
  <dcterms:modified xsi:type="dcterms:W3CDTF">2025-11-10T22:39:03Z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0x0101007A2FF9FA8EFCEE48AB3AC68A2D083B52</vt:lpwstr>
  </property>
</Properties>
</file>