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6400800" cy="5029200"/>
  <p:notesSz cx="5029200" cy="6400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303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49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502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816357-55F8-154F-1370-C45F6E51328E}"/>
              </a:ext>
            </a:extLst>
          </p:cNvPr>
          <p:cNvSpPr txBox="1"/>
          <p:nvPr/>
        </p:nvSpPr>
        <p:spPr>
          <a:xfrm>
            <a:off x="3957902" y="1097278"/>
            <a:ext cx="2077139" cy="351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502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633CAE-4BB8-B416-9D3E-E7357B0E0453}"/>
              </a:ext>
            </a:extLst>
          </p:cNvPr>
          <p:cNvSpPr txBox="1"/>
          <p:nvPr/>
        </p:nvSpPr>
        <p:spPr>
          <a:xfrm>
            <a:off x="3709186" y="1104593"/>
            <a:ext cx="2077139" cy="351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_Thank you cards-digital_editable-06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400800" cy="502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78AC6C-16E3-A957-0E53-933D54AB5E9E}"/>
              </a:ext>
            </a:extLst>
          </p:cNvPr>
          <p:cNvSpPr txBox="1"/>
          <p:nvPr/>
        </p:nvSpPr>
        <p:spPr>
          <a:xfrm>
            <a:off x="3862805" y="1155799"/>
            <a:ext cx="1974725" cy="285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1216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your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119e9049e82fab45f137ab4d378e56af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8999f2fe804922995209347554487a97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5AAFD8-A4D8-43C8-991A-1EEA39B007C3}"/>
</file>

<file path=customXml/itemProps2.xml><?xml version="1.0" encoding="utf-8"?>
<ds:datastoreItem xmlns:ds="http://schemas.openxmlformats.org/officeDocument/2006/customXml" ds:itemID="{4DA541B0-12C1-420E-BBE6-784FDBC030B0}"/>
</file>

<file path=customXml/itemProps3.xml><?xml version="1.0" encoding="utf-8"?>
<ds:datastoreItem xmlns:ds="http://schemas.openxmlformats.org/officeDocument/2006/customXml" ds:itemID="{F420E6AF-28E4-44DE-9F80-A3A44B322746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Custom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Gadugi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2</cp:revision>
  <dcterms:created xsi:type="dcterms:W3CDTF">2025-11-10T22:41:36Z</dcterms:created>
  <dcterms:modified xsi:type="dcterms:W3CDTF">2025-11-10T22:43:48Z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